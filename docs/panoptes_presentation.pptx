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Hamming distance</c:v>
                </c:pt>
              </c:strCache>
            </c:strRef>
          </c:tx>
          <c:spPr>
            <a:solidFill>
              <a:srgbClr val="1E8A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8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62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Genuine pairs
(same eye)</c:v>
                  </c:pt>
                  <c:pt idx="1">
                    <c:v>Impostor pairs
(different eyes)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0.476</c:v>
                </c:pt>
                <c:pt idx="1">
                  <c:v>0.488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8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.4"/>
        </c:scaling>
        <c:delete val="0"/>
        <c:axPos val="l"/>
        <c:majorGridlines>
          <c:spPr>
            <a:ln w="9525" cap="flat">
              <a:solidFill>
                <a:srgbClr val="DD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234440"/>
            <a:ext cx="1005840" cy="1005840"/>
          </a:xfrm>
          <a:prstGeom prst="ellipse">
            <a:avLst/>
          </a:prstGeom>
          <a:solidFill>
            <a:srgbClr val="1E8A80"/>
          </a:solidFill>
          <a:ln w="12700">
            <a:solidFill>
              <a:srgbClr val="2E4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93308" y="1536192"/>
            <a:ext cx="402336" cy="402336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PANOPTES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Entrance Monitoring — Working Prototype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many-eyed giant of Greek myth, always watching.”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80076" y="4892040"/>
            <a:ext cx="1828800" cy="0"/>
          </a:xfrm>
          <a:prstGeom prst="line">
            <a:avLst/>
          </a:prstGeom>
          <a:noFill/>
          <a:ln w="12700">
            <a:solidFill>
              <a:srgbClr val="2E4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Iris-based access control  •  Live entry/exit logging  •  Anomaly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Badge-based security fails the moment a badge changes hands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1109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fake IDs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2199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badge/ID systems are easy to copy, borrow, or forge — the check is on the card, not the person.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risk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31927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can hand their badge to someone who was never authorized to be inside.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10565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trail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41655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someone's past the door, most systems can't tell you who's actually inside right now.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9659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PROMPTED THIS PROJECT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606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internship, outsiders bypassed the building's ID-badge checkpoints — despite multiple security personnel on site — and gained access to a restricted building, where they attempted to set a fire.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was caught and stopped before anyone was hurt — but it exposed exactly how little a badge check actually verifies.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Authenticate the person, not the badge they're carrying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56816"/>
            <a:ext cx="9646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Iris-based authentication at every gate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67712"/>
            <a:ext cx="9646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copy a badge. You can't hand someone your eyes — each gate scans and verifies identity directly, in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9646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entry/exit logging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319272"/>
            <a:ext cx="9646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logged with a timestamp, gate, and confidence score — a live record of who's inside, not a guess.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059936"/>
            <a:ext cx="9646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anomaly detection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370832"/>
            <a:ext cx="9646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re-entries, low-confidence matches, and irregular movement automatically raise an alert for review.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0332720" cy="868680"/>
          </a:xfrm>
          <a:prstGeom prst="roundRect">
            <a:avLst>
              <a:gd name="adj" fmla="val 6316"/>
            </a:avLst>
          </a:prstGeom>
          <a:solidFill>
            <a:srgbClr val="1F2B2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394960"/>
            <a:ext cx="411480" cy="411480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46404" y="5518404"/>
            <a:ext cx="164592" cy="164592"/>
          </a:xfrm>
          <a:prstGeom prst="ellipse">
            <a:avLst/>
          </a:prstGeom>
          <a:solidFill>
            <a:srgbClr val="1F2B29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5166360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named for the hundred-eyed giant of Greek myth. Built to always be watching.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one clean contract between them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96696" y="210312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8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1016" y="23774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E8A80"/>
          </a:solidFill>
          <a:ln/>
        </p:spPr>
      </p:sp>
      <p:sp>
        <p:nvSpPr>
          <p:cNvPr id="8" name="Text 6"/>
          <p:cNvSpPr/>
          <p:nvPr/>
        </p:nvSpPr>
        <p:spPr>
          <a:xfrm>
            <a:off x="127101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1016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71016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71016" y="37033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polls every 1.5s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A–F, live access log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 feed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05656" y="3291840"/>
            <a:ext cx="411480" cy="274320"/>
          </a:xfrm>
          <a:prstGeom prst="rightArrow">
            <a:avLst/>
          </a:prstGeom>
          <a:solidFill>
            <a:srgbClr val="C9D6D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2856" y="210312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8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37176" y="23774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E8A80"/>
          </a:solidFill>
          <a:ln/>
        </p:spPr>
      </p:sp>
      <p:sp>
        <p:nvSpPr>
          <p:cNvPr id="15" name="Text 13"/>
          <p:cNvSpPr/>
          <p:nvPr/>
        </p:nvSpPr>
        <p:spPr>
          <a:xfrm>
            <a:off x="483717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37176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37176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TinyDB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37176" y="37033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gates/state/logs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anomaly detection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71816" y="3291840"/>
            <a:ext cx="411480" cy="274320"/>
          </a:xfrm>
          <a:prstGeom prst="rightArrow">
            <a:avLst/>
          </a:prstGeom>
          <a:solidFill>
            <a:srgbClr val="C9D6D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9016" y="210312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8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03336" y="23774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E8A8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333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03336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Pipeline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03336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03336" y="37033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→ normalization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 encoding → matching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iris images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configuration (A–F, entrance / exit / both) lives once in the backend — the frontend fetches it, rather than duplicating the layout.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security desk actually sees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498080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82A">
                <a:alpha val="15000"/>
              </a:srgbClr>
            </a:outerShdw>
          </a:effectLst>
        </p:spPr>
      </p:sp>
      <p:pic>
        <p:nvPicPr>
          <p:cNvPr id="7" name="Image 0" descr="dashboard_screen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9928"/>
            <a:ext cx="7278624" cy="4581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1719072"/>
            <a:ext cx="128016" cy="128016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9" name="Text 6"/>
          <p:cNvSpPr/>
          <p:nvPr/>
        </p:nvSpPr>
        <p:spPr>
          <a:xfrm>
            <a:off x="8458200" y="1618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18928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lettered gates (A–F), each entrance / exit / both — live-pulses on every scan.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0" y="2770632"/>
            <a:ext cx="128016" cy="128016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294436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entries: user, gate, direction, confidence, verified/flagged.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3822192"/>
            <a:ext cx="128016" cy="128016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panel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58200" y="399592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re-entry and low-confidence matches surface automatically.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4873752"/>
            <a:ext cx="128016" cy="128016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8" name="Text 15"/>
          <p:cNvSpPr/>
          <p:nvPr/>
        </p:nvSpPr>
        <p:spPr>
          <a:xfrm>
            <a:off x="8458200" y="4773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58200" y="504748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 of who's inside and total scans, updated every 1.5s.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MATCHING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scan becomes a match, in four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76656" y="21488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E8A80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0525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5256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pupil and iris boundary via Hough circle detection.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63824" y="3182112"/>
            <a:ext cx="283464" cy="219456"/>
          </a:xfrm>
          <a:prstGeom prst="rightArrow">
            <a:avLst/>
          </a:prstGeom>
          <a:solidFill>
            <a:srgbClr val="AEC2C0"/>
          </a:solidFill>
          <a:ln/>
        </p:spPr>
      </p:sp>
      <p:sp>
        <p:nvSpPr>
          <p:cNvPr id="11" name="Shape 9"/>
          <p:cNvSpPr/>
          <p:nvPr/>
        </p:nvSpPr>
        <p:spPr>
          <a:xfrm>
            <a:off x="3465576" y="21488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F2B29"/>
          </a:solidFill>
          <a:ln/>
        </p:spPr>
      </p:sp>
      <p:sp>
        <p:nvSpPr>
          <p:cNvPr id="12" name="Text 10"/>
          <p:cNvSpPr/>
          <p:nvPr/>
        </p:nvSpPr>
        <p:spPr>
          <a:xfrm>
            <a:off x="3694176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9417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 the iris ring into a fixed grid (Daugman's rubber-sheet model).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52744" y="3182112"/>
            <a:ext cx="283464" cy="219456"/>
          </a:xfrm>
          <a:prstGeom prst="rightArrow">
            <a:avLst/>
          </a:prstGeom>
          <a:solidFill>
            <a:srgbClr val="AEC2C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4496" y="21488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E8A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83096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8309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83096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 filter bank + contrast normalization → a binary iris code.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41664" y="3182112"/>
            <a:ext cx="283464" cy="219456"/>
          </a:xfrm>
          <a:prstGeom prst="rightArrow">
            <a:avLst/>
          </a:prstGeom>
          <a:solidFill>
            <a:srgbClr val="AEC2C0"/>
          </a:solidFill>
          <a:ln/>
        </p:spPr>
      </p:sp>
      <p:sp>
        <p:nvSpPr>
          <p:cNvPr id="21" name="Shape 19"/>
          <p:cNvSpPr/>
          <p:nvPr/>
        </p:nvSpPr>
        <p:spPr>
          <a:xfrm>
            <a:off x="9043416" y="214884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F2B29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2331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27201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72016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distance vs. enrolled templates, tolerant to head tilt.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against 56 real iris images (CASIA-IrisV1, 8 subjects) — not just assumed to work.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accuracy, honestly measured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8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58.3%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identification accuracy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enrolled subjects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7830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F2B29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D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251960" y="2788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Random-chance baseline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in 8 enrolled subjects)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17830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8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196596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4.7x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26680" y="27889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chance — real biometric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signal, not a coin flip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vs. impostor match distance (lower = more similar)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4251960"/>
          <a:ext cx="67665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498080" y="3886200"/>
            <a:ext cx="4160520" cy="2560320"/>
          </a:xfrm>
          <a:prstGeom prst="roundRect">
            <a:avLst>
              <a:gd name="adj" fmla="val 2857"/>
            </a:avLst>
          </a:prstGeom>
          <a:solidFill>
            <a:srgbClr val="FDEAE4"/>
          </a:solidFill>
          <a:ln w="12700">
            <a:solidFill>
              <a:srgbClr val="F3C4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HONESTLY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4389120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distributions overlap a lot. This is a simplified single-scale encoder with no eyelid/eyelash masking — real signal, not production-grade precision. Documented in full in the README.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prototype deliberately doesn't do yet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568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liveness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677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prosthetic could fool the matcher — out of scope for a demo prototype.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457200" cy="457200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19568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occlusion masking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2677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Eyelids and eyelashes aren't masked out, which caps matching accuracy.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8770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uses simulated matching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879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polling dashboard shows a random-match mock — the real pipeline runs standalone until a camera exists to feed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931920"/>
            <a:ext cx="457200" cy="457200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38770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deployed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41879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evaluated for demonstration, per the original project scope — not a production access-control system.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3" name="Shape 1"/>
          <p:cNvSpPr/>
          <p:nvPr/>
        </p:nvSpPr>
        <p:spPr>
          <a:xfrm>
            <a:off x="544982" y="499262"/>
            <a:ext cx="117043" cy="117043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today vs. what's next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5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8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505456"/>
            <a:ext cx="109728" cy="10972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frontend dashboard, polling a real backend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008376"/>
            <a:ext cx="109728" cy="10972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80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TinyDB, tested end-to-end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511296"/>
            <a:ext cx="109728" cy="10972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83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anomaly 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014216"/>
            <a:ext cx="109728" cy="10972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86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OpenCV iris pipeline, evaluated on real images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517136"/>
            <a:ext cx="109728" cy="109728"/>
          </a:xfrm>
          <a:prstGeom prst="ellipse">
            <a:avLst/>
          </a:prstGeom>
          <a:solidFill>
            <a:srgbClr val="1E8A8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89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controlled on GitHub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78308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F2B29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505456"/>
            <a:ext cx="109728" cy="109728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35915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real iris pipeline into the live API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09728" cy="109728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99923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frontend to a JS framework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785616"/>
            <a:ext cx="109728" cy="109728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63931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entrance/camera placement simulation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425696"/>
            <a:ext cx="109728" cy="109728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27939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masking + multi-scale encoding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5065776"/>
            <a:ext cx="109728" cy="109728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91947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storage to MongoDB if needed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PROTOTYPE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1828800"/>
            <a:ext cx="822960" cy="822960"/>
          </a:xfrm>
          <a:prstGeom prst="ellipse">
            <a:avLst/>
          </a:prstGeom>
          <a:solidFill>
            <a:srgbClr val="1E8A80"/>
          </a:solidFill>
          <a:ln w="12700">
            <a:solidFill>
              <a:srgbClr val="2E4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29884" y="2075688"/>
            <a:ext cx="329184" cy="329184"/>
          </a:xfrm>
          <a:prstGeom prst="ellipse">
            <a:avLst/>
          </a:prstGeom>
          <a:solidFill>
            <a:srgbClr val="16211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9718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watching. Always accountable.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Panoptes — a working biometric security prototype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2026-07-15T09:03:22Z</dcterms:created>
  <dcterms:modified xsi:type="dcterms:W3CDTF">2026-07-15T09:03:22Z</dcterms:modified>
</cp:coreProperties>
</file>